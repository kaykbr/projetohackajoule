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Apresente-se em uma frase. Diga o nome do projeto e o slogan. Convide o júri a abrir o link no celular durante 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pela imagem: roupa doada estragando ao lado de um ponto onde falta cobertor. Use o número atualizado da população em situação de rua (CadÚnico, acima de 300 mil). Confira a fonte: Observatório POLOS/UFMG ou Ministério dos Direitos Humanos.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para quem é cada parte. Reforce: quem está em situação de rua não usa o app, de propósito. Quem informa é quem já atende: ONG, voluntário, agente de saúde.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história só, cronometrada (3 min): frente fria em SP → ONG pede → doador recebe a indicação → central gera a rota → motorista recebe no WhatsApp. Fortaleza em 15 s para mostrar o calor. Plano B: vídeo gravado.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Mensagem-chave: IA só onde texto vira dado. Urgência, recomendação, risco e rota são regras explicáveis. Mostre a página Transparência se houver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provável: 'e se a ONG for golpe?' Resposta: selo de verificada hoje; validação por CNPJ e confirmação de entrega no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guia: a crise climática atinge primeiro quem dorme na rua. Deixe claro que os números ambientais (CO₂, desperdício) são estimativas do protótipo, não resultado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Seja honesto: o risco principal é a adoção pelas ONGs, não a técnica. Por isso o próximo passo é um piloto pequeno.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tiver um depoimento real de ONG, mostre aqui. Vale mais que qualquer funcionalidade.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Repita o slogan e deixe o link na tela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7200" b="1">
                <a:solidFill>
                  <a:srgbClr val="1F1C19"/>
                </a:solidFill>
                <a:latin typeface="Arial"/>
              </a:rPr>
              <a:t>Doa Certo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>
                <a:solidFill>
                  <a:srgbClr val="1F6B5C"/>
                </a:solidFill>
                <a:latin typeface="Arial"/>
              </a:rPr>
              <a:t>A doação certa, no lugar certo, na hora certa.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F5850"/>
                </a:solidFill>
                <a:latin typeface="Arial"/>
              </a:rPr>
              <a:t>Conecta doadores a pedidos reais de ONGs que atendem pessoas em situação de rua.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5850"/>
                </a:solidFill>
                <a:latin typeface="Arial"/>
              </a:rPr>
              <a:t>doacerto.tailc7bf84.ts.net  ·  São Paulo · Rio de Janeiro · Fortaleza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O problema: falta saber o quê e onde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Doação às cegas. </a:t>
            </a:r>
            <a:r>
              <a:rPr sz="2000" b="0">
                <a:solidFill>
                  <a:srgbClr val="5F5850"/>
                </a:solidFill>
                <a:latin typeface="Arial"/>
              </a:rPr>
              <a:t>Roupa demais onde falta comida; cobertor no verão, nada de água no calor.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Pedidos soltos. </a:t>
            </a:r>
            <a:r>
              <a:rPr sz="2000" b="0">
                <a:solidFill>
                  <a:srgbClr val="5F5850"/>
                </a:solidFill>
                <a:latin typeface="Arial"/>
              </a:rPr>
              <a:t>ONGs pedem no WhatsApp e no Instagram, em texto livre, sem visão do conjunto.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O clima muda a necessidade. </a:t>
            </a:r>
            <a:r>
              <a:rPr sz="2000" b="0">
                <a:solidFill>
                  <a:srgbClr val="5F5850"/>
                </a:solidFill>
                <a:latin typeface="Arial"/>
              </a:rPr>
              <a:t>A frente fria pede cobertor hoje; a onda de calor, água.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Logística artesanal. </a:t>
            </a:r>
            <a:r>
              <a:rPr sz="2000" b="0">
                <a:solidFill>
                  <a:srgbClr val="5F5850"/>
                </a:solidFill>
                <a:latin typeface="Arial"/>
              </a:rPr>
              <a:t>Cada doador vai sozinho, de carro, para um lugar que talvez não precise.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828800"/>
            <a:ext cx="3657600" cy="420624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6B5C"/>
                </a:solidFill>
                <a:latin typeface="Arial"/>
              </a:rPr>
              <a:t>[ foto ou número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7432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5850"/>
                </a:solidFill>
                <a:latin typeface="Arial"/>
              </a:rPr>
              <a:t>Espaço para a imagem do desperdício ou o dado de população em situação de rua, com fonte.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A solução: três pontas conectadas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54298" cy="329184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99709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Escreve ou fala o que falta, do jeito do WhatsApp. A IA organiza em itens; a ONG revisa e publica.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828800"/>
            <a:ext cx="3454298" cy="329184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Doador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880360"/>
            <a:ext cx="299709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Diz o que tem e recebe o pedido mais urgente e mais perto que precisa disso, com o motivo.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828800"/>
            <a:ext cx="3454298" cy="329184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5916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Central de campo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880360"/>
            <a:ext cx="299709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Relato por voz vira ponto no mapa, o radar antecipa o clima de 24h e a rota vai para o motorista.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Demo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1. Sou ONG: </a:t>
            </a:r>
            <a:r>
              <a:rPr sz="2000" b="0">
                <a:solidFill>
                  <a:srgbClr val="5F5850"/>
                </a:solidFill>
                <a:latin typeface="Arial"/>
              </a:rPr>
              <a:t>cola a mensagem, a IA organiza, um dado pessoal é removido, a ONG publica.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2. Frente fria: </a:t>
            </a:r>
            <a:r>
              <a:rPr sz="2000" b="0">
                <a:solidFill>
                  <a:srgbClr val="5F5850"/>
                </a:solidFill>
                <a:latin typeface="Arial"/>
              </a:rPr>
              <a:t>a urgência dos cobertores sobe sozinha, com o motivo escrito.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3. Quero doar: </a:t>
            </a:r>
            <a:r>
              <a:rPr sz="2000" b="0">
                <a:solidFill>
                  <a:srgbClr val="5F5850"/>
                </a:solidFill>
                <a:latin typeface="Arial"/>
              </a:rPr>
              <a:t>"tenho 3 cobertores" → "leve para…" com distância e motivo.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4. Central: </a:t>
            </a:r>
            <a:r>
              <a:rPr sz="2000" b="0">
                <a:solidFill>
                  <a:srgbClr val="5F5850"/>
                </a:solidFill>
                <a:latin typeface="Arial"/>
              </a:rPr>
              <a:t>relato por voz, radar +24h e rota pelo WhatsApp/Google Maps.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5. Fortaleza: </a:t>
            </a:r>
            <a:r>
              <a:rPr sz="2000" b="0">
                <a:solidFill>
                  <a:srgbClr val="5F5850"/>
                </a:solidFill>
                <a:latin typeface="Arial"/>
              </a:rPr>
              <a:t>sem frente fria; o calor extremo pede água.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A IA lê, as regras decidem, a ONG confirma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22143" cy="310896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522143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0649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37/37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064943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mensagens com armadilhas lidas corretamente (negação, espanhol, injeção de ordens).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6543" y="1828800"/>
            <a:ext cx="2522143" cy="310896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6543" y="1828800"/>
            <a:ext cx="2522143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5143" y="2103120"/>
            <a:ext cx="20649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−19%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2880360"/>
            <a:ext cx="2064943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chamadas de IA com regras primeiro; mensagem repetida sai do cache.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28800"/>
            <a:ext cx="2522143" cy="310896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828800"/>
            <a:ext cx="2522143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103120"/>
            <a:ext cx="20649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0 itens inventados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880360"/>
            <a:ext cx="2064943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cada item precisa de um trecho da mensagem que o justifique.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9471" y="1828800"/>
            <a:ext cx="2522143" cy="310896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9471" y="1828800"/>
            <a:ext cx="2522143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071" y="2103120"/>
            <a:ext cx="20649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US$ 0,0001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071" y="2880360"/>
            <a:ext cx="2064943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por mensagem lida pela IA; zero no plano gratuito, e funciona sem 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F5850"/>
                </a:solidFill>
                <a:latin typeface="Arial"/>
              </a:rPr>
              <a:t>Dados pessoais removidos antes de qualquer envio · mensagem tratada como dado, não como ordem · tudo é proposta revisada pela 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Ética e privacidade por padrão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Nunca expor pessoas: </a:t>
            </a:r>
            <a:r>
              <a:rPr sz="2000" b="0">
                <a:solidFill>
                  <a:srgbClr val="5F5850"/>
                </a:solidFill>
                <a:latin typeface="Arial"/>
              </a:rPr>
              <a:t>o mapa mostra pontos de atendimento, nunca onde alguém dorme.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Dados pessoais fora da IA: </a:t>
            </a:r>
            <a:r>
              <a:rPr sz="2000" b="0">
                <a:solidFill>
                  <a:srgbClr val="5F5850"/>
                </a:solidFill>
                <a:latin typeface="Arial"/>
              </a:rPr>
              <a:t>telefone, e-mail e CPF saem do texto antes do envio.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Pessoas decidem: </a:t>
            </a:r>
            <a:r>
              <a:rPr sz="2000" b="0">
                <a:solidFill>
                  <a:srgbClr val="5F5850"/>
                </a:solidFill>
                <a:latin typeface="Arial"/>
              </a:rPr>
              <a:t>a ONG revisa tudo que a IA propõe.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Explicável: </a:t>
            </a:r>
            <a:r>
              <a:rPr sz="2000" b="0">
                <a:solidFill>
                  <a:srgbClr val="5F5850"/>
                </a:solidFill>
                <a:latin typeface="Arial"/>
              </a:rPr>
              <a:t>toda prioridade vem com o motivo escrito.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Indicadores honestos: </a:t>
            </a:r>
            <a:r>
              <a:rPr sz="2000" b="0">
                <a:solidFill>
                  <a:srgbClr val="5F5850"/>
                </a:solidFill>
                <a:latin typeface="Arial"/>
              </a:rPr>
              <a:t>contamos itens entregues, não "vidas impactadas".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Impacto socioambiental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54298" cy="274320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Justiça climática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99709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Urgência e radar reagem a frio, calor e chuva: a doação chega antes da crise.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828800"/>
            <a:ext cx="3454298" cy="274320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Menos desperdício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880360"/>
            <a:ext cx="299709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Pedir só o que falta, e dizer o que não mandar, evita lixo têxtil e comida estragada.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828800"/>
            <a:ext cx="3454298" cy="274320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5916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Menos emissões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880360"/>
            <a:ext cx="299709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Uma rota junta coletas e entregas no lugar de várias viagens de carro (CO₂ estimado).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6B5C"/>
                </a:solidFill>
                <a:latin typeface="Arial"/>
              </a:rPr>
              <a:t>ODS 1 · 2 · 3 · 10 · 11 · 12 · 13  (pobreza, fome, saúde, desigualdade, cidades, consumo responsável, clima)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Viável e barato de rodar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Está no ar: </a:t>
            </a:r>
            <a:r>
              <a:rPr sz="2000" b="0">
                <a:solidFill>
                  <a:srgbClr val="5F5850"/>
                </a:solidFill>
                <a:latin typeface="Arial"/>
              </a:rPr>
              <a:t>link público, 3 cidades, 61 testes automatizados.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Custo técnico baixo: </a:t>
            </a:r>
            <a:r>
              <a:rPr sz="2000" b="0">
                <a:solidFill>
                  <a:srgbClr val="5F5850"/>
                </a:solidFill>
                <a:latin typeface="Arial"/>
              </a:rPr>
              <a:t>10 mil mensagens ≈ US$ 1 de IA; mapa, clima e rotas com serviços abertos.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O custo real é humano: </a:t>
            </a:r>
            <a:r>
              <a:rPr sz="2000" b="0">
                <a:solidFill>
                  <a:srgbClr val="5F5850"/>
                </a:solidFill>
                <a:latin typeface="Arial"/>
              </a:rPr>
              <a:t>motoristas, validação de ONGs, pedidos atualizados.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C2612F"/>
                </a:solidFill>
                <a:latin typeface="Arial"/>
              </a:rPr>
              <a:t>•  </a:t>
            </a:r>
            <a:r>
              <a:rPr sz="2000" b="1">
                <a:solidFill>
                  <a:srgbClr val="1F1C19"/>
                </a:solidFill>
                <a:latin typeface="Arial"/>
              </a:rPr>
              <a:t>Risco principal: </a:t>
            </a:r>
            <a:r>
              <a:rPr sz="2000" b="0">
                <a:solidFill>
                  <a:srgbClr val="5F5850"/>
                </a:solidFill>
                <a:latin typeface="Arial"/>
              </a:rPr>
              <a:t>adoção pelas ONGs. Mitigação: piloto pequeno e entrada pelo WhatsApp.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1C19"/>
                </a:solidFill>
                <a:latin typeface="Arial"/>
              </a:rPr>
              <a:t>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97280" cy="54864"/>
          </a:xfrm>
          <a:prstGeom prst="rect">
            <a:avLst/>
          </a:prstGeom>
          <a:solidFill>
            <a:srgbClr val="C2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F5850"/>
                </a:solidFill>
                <a:latin typeface="Arial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54298" cy="329184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99709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1 ou 2 ONGs de uma cidade. Validação por CNPJ e confirmação de entrega.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828800"/>
            <a:ext cx="3454298" cy="329184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880360"/>
            <a:ext cx="299709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A ONG manda a mensagem e recebe a proposta de pedido, sem abrir o site.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828800"/>
            <a:ext cx="3454298" cy="3291840"/>
          </a:xfrm>
          <a:prstGeom prst="rect">
            <a:avLst/>
          </a:prstGeom>
          <a:solidFill>
            <a:srgbClr val="E3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828800"/>
            <a:ext cx="3454298" cy="73152"/>
          </a:xfrm>
          <a:prstGeom prst="rect">
            <a:avLst/>
          </a:prstGeom>
          <a:solidFill>
            <a:srgbClr val="1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5916" y="2103120"/>
            <a:ext cx="29970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F6B5C"/>
                </a:solidFill>
                <a:latin typeface="Arial"/>
              </a:rPr>
              <a:t>Escala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880360"/>
            <a:ext cx="299709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F1C19"/>
                </a:solidFill>
                <a:latin typeface="Arial"/>
              </a:rPr>
              <a:t>Notificação por região, rotas com vários veículos, painel para prefeituras.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 doação certa, no lugar certo, na hora certa.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3F0EC"/>
                </a:solidFill>
                <a:latin typeface="Arial"/>
              </a:rPr>
              <a:t>doacerto.tailc7bf84.ts.net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E3F0EC"/>
                </a:solidFill>
                <a:latin typeface="Arial"/>
              </a:rPr>
              <a:t>Obrigado!  ·  [seu nome e contato]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